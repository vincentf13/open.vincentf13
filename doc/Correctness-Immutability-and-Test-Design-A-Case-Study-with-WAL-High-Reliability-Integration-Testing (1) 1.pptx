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urce Sans 3" panose="020B0303030403020204" pitchFamily="34" charset="0"/>
      <p:regular r:id="rId9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CE848-C2F5-4A3B-941E-11FF8B817336}" v="14" dt="2026-01-30T20:21:57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26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Lilin" userId="095e0f59106abb25" providerId="LiveId" clId="{81DAE517-5DE2-4AF3-8700-E5A6C1516CC2}"/>
    <pc:docChg chg="undo custSel modSld">
      <pc:chgData name="Li Lilin" userId="095e0f59106abb25" providerId="LiveId" clId="{81DAE517-5DE2-4AF3-8700-E5A6C1516CC2}" dt="2026-01-30T20:22:18.259" v="248" actId="20577"/>
      <pc:docMkLst>
        <pc:docMk/>
      </pc:docMkLst>
      <pc:sldChg chg="addSp delSp modSp mod">
        <pc:chgData name="Li Lilin" userId="095e0f59106abb25" providerId="LiveId" clId="{81DAE517-5DE2-4AF3-8700-E5A6C1516CC2}" dt="2026-01-30T20:01:07.631" v="241" actId="2711"/>
        <pc:sldMkLst>
          <pc:docMk/>
          <pc:sldMk cId="0" sldId="256"/>
        </pc:sldMkLst>
        <pc:spChg chg="add mod">
          <ac:chgData name="Li Lilin" userId="095e0f59106abb25" providerId="LiveId" clId="{81DAE517-5DE2-4AF3-8700-E5A6C1516CC2}" dt="2026-01-30T20:01:07.631" v="241" actId="2711"/>
          <ac:spMkLst>
            <pc:docMk/>
            <pc:sldMk cId="0" sldId="256"/>
            <ac:spMk id="4" creationId="{EC643CAA-6F13-02B7-16DE-570FF8C89CFE}"/>
          </ac:spMkLst>
        </pc:spChg>
        <pc:spChg chg="add del mod">
          <ac:chgData name="Li Lilin" userId="095e0f59106abb25" providerId="LiveId" clId="{81DAE517-5DE2-4AF3-8700-E5A6C1516CC2}" dt="2026-01-30T19:04:04.462" v="203" actId="478"/>
          <ac:spMkLst>
            <pc:docMk/>
            <pc:sldMk cId="0" sldId="256"/>
            <ac:spMk id="5" creationId="{1B33B3B1-CC13-C1A3-9703-3FF8C4D250ED}"/>
          </ac:spMkLst>
        </pc:spChg>
        <pc:spChg chg="add del mod">
          <ac:chgData name="Li Lilin" userId="095e0f59106abb25" providerId="LiveId" clId="{81DAE517-5DE2-4AF3-8700-E5A6C1516CC2}" dt="2026-01-30T19:03:55.002" v="195" actId="478"/>
          <ac:spMkLst>
            <pc:docMk/>
            <pc:sldMk cId="0" sldId="256"/>
            <ac:spMk id="6" creationId="{D57CD4D2-4521-DAE1-8CF5-56A47D64A5F0}"/>
          </ac:spMkLst>
        </pc:spChg>
        <pc:spChg chg="add mod">
          <ac:chgData name="Li Lilin" userId="095e0f59106abb25" providerId="LiveId" clId="{81DAE517-5DE2-4AF3-8700-E5A6C1516CC2}" dt="2026-01-30T19:08:02.722" v="215"/>
          <ac:spMkLst>
            <pc:docMk/>
            <pc:sldMk cId="0" sldId="256"/>
            <ac:spMk id="7" creationId="{86371ECF-B54F-8847-AE7A-20EE283836A4}"/>
          </ac:spMkLst>
        </pc:spChg>
        <pc:spChg chg="add mod">
          <ac:chgData name="Li Lilin" userId="095e0f59106abb25" providerId="LiveId" clId="{81DAE517-5DE2-4AF3-8700-E5A6C1516CC2}" dt="2026-01-30T19:08:02.722" v="215"/>
          <ac:spMkLst>
            <pc:docMk/>
            <pc:sldMk cId="0" sldId="256"/>
            <ac:spMk id="8" creationId="{E619322C-CB17-DE6C-32D0-83C58D0B1A98}"/>
          </ac:spMkLst>
        </pc:spChg>
        <pc:spChg chg="add del mod">
          <ac:chgData name="Li Lilin" userId="095e0f59106abb25" providerId="LiveId" clId="{81DAE517-5DE2-4AF3-8700-E5A6C1516CC2}" dt="2026-01-30T19:08:26.602" v="231" actId="478"/>
          <ac:spMkLst>
            <pc:docMk/>
            <pc:sldMk cId="0" sldId="256"/>
            <ac:spMk id="9" creationId="{090CBC12-EEC0-87AF-C087-A3BA5E3C610C}"/>
          </ac:spMkLst>
        </pc:spChg>
        <pc:spChg chg="add del mod">
          <ac:chgData name="Li Lilin" userId="095e0f59106abb25" providerId="LiveId" clId="{81DAE517-5DE2-4AF3-8700-E5A6C1516CC2}" dt="2026-01-30T19:08:23.787" v="230" actId="478"/>
          <ac:spMkLst>
            <pc:docMk/>
            <pc:sldMk cId="0" sldId="256"/>
            <ac:spMk id="10" creationId="{5B402988-DAE4-8D70-921B-F4950754DE2E}"/>
          </ac:spMkLst>
        </pc:spChg>
      </pc:sldChg>
      <pc:sldChg chg="addSp delSp modSp mod">
        <pc:chgData name="Li Lilin" userId="095e0f59106abb25" providerId="LiveId" clId="{81DAE517-5DE2-4AF3-8700-E5A6C1516CC2}" dt="2026-01-30T20:22:18.259" v="248" actId="20577"/>
        <pc:sldMkLst>
          <pc:docMk/>
          <pc:sldMk cId="0" sldId="257"/>
        </pc:sldMkLst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14:01:10.564" v="148" actId="1035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Li Lilin" userId="095e0f59106abb25" providerId="LiveId" clId="{81DAE517-5DE2-4AF3-8700-E5A6C1516CC2}" dt="2026-01-30T20:22:18.259" v="248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i Lilin" userId="095e0f59106abb25" providerId="LiveId" clId="{81DAE517-5DE2-4AF3-8700-E5A6C1516CC2}" dt="2026-01-30T19:15:27.313" v="239" actId="20577"/>
          <ac:spMkLst>
            <pc:docMk/>
            <pc:sldMk cId="0" sldId="257"/>
            <ac:spMk id="11" creationId="{00000000-0000-0000-0000-000000000000}"/>
          </ac:spMkLst>
        </pc:spChg>
        <pc:picChg chg="mod">
          <ac:chgData name="Li Lilin" userId="095e0f59106abb25" providerId="LiveId" clId="{81DAE517-5DE2-4AF3-8700-E5A6C1516CC2}" dt="2026-01-30T18:58:11.081" v="176" actId="1076"/>
          <ac:picMkLst>
            <pc:docMk/>
            <pc:sldMk cId="0" sldId="257"/>
            <ac:picMk id="12" creationId="{00000000-0000-0000-0000-000000000000}"/>
          </ac:picMkLst>
        </pc:picChg>
      </pc:sldChg>
      <pc:sldChg chg="modSp mod">
        <pc:chgData name="Li Lilin" userId="095e0f59106abb25" providerId="LiveId" clId="{81DAE517-5DE2-4AF3-8700-E5A6C1516CC2}" dt="2026-01-30T18:58:35.427" v="179" actId="1076"/>
        <pc:sldMkLst>
          <pc:docMk/>
          <pc:sldMk cId="0" sldId="258"/>
        </pc:sldMkLst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3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02.988" v="129" actId="1035"/>
          <ac:spMkLst>
            <pc:docMk/>
            <pc:sldMk cId="0" sldId="258"/>
            <ac:spMk id="9" creationId="{00000000-0000-0000-0000-000000000000}"/>
          </ac:spMkLst>
        </pc:spChg>
        <pc:picChg chg="mod">
          <ac:chgData name="Li Lilin" userId="095e0f59106abb25" providerId="LiveId" clId="{81DAE517-5DE2-4AF3-8700-E5A6C1516CC2}" dt="2026-01-30T18:58:35.427" v="179" actId="1076"/>
          <ac:picMkLst>
            <pc:docMk/>
            <pc:sldMk cId="0" sldId="258"/>
            <ac:picMk id="10" creationId="{00000000-0000-0000-0000-000000000000}"/>
          </ac:picMkLst>
        </pc:picChg>
      </pc:sldChg>
      <pc:sldChg chg="addSp modSp mod">
        <pc:chgData name="Li Lilin" userId="095e0f59106abb25" providerId="LiveId" clId="{81DAE517-5DE2-4AF3-8700-E5A6C1516CC2}" dt="2026-01-30T18:59:02.136" v="183" actId="1076"/>
        <pc:sldMkLst>
          <pc:docMk/>
          <pc:sldMk cId="0" sldId="259"/>
        </pc:sldMkLst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43.255" v="151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i Lilin" userId="095e0f59106abb25" providerId="LiveId" clId="{81DAE517-5DE2-4AF3-8700-E5A6C1516CC2}" dt="2026-01-30T14:01:40.555" v="150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i Lilin" userId="095e0f59106abb25" providerId="LiveId" clId="{81DAE517-5DE2-4AF3-8700-E5A6C1516CC2}" dt="2026-01-30T14:00:57.109" v="102" actId="1035"/>
          <ac:spMkLst>
            <pc:docMk/>
            <pc:sldMk cId="0" sldId="259"/>
            <ac:spMk id="20" creationId="{00000000-0000-0000-0000-000000000000}"/>
          </ac:spMkLst>
        </pc:spChg>
        <pc:picChg chg="add mod">
          <ac:chgData name="Li Lilin" userId="095e0f59106abb25" providerId="LiveId" clId="{81DAE517-5DE2-4AF3-8700-E5A6C1516CC2}" dt="2026-01-30T18:59:02.136" v="183" actId="1076"/>
          <ac:picMkLst>
            <pc:docMk/>
            <pc:sldMk cId="0" sldId="259"/>
            <ac:picMk id="23" creationId="{5902724D-8C23-01B1-C00F-82B73D72C2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64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3744635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Correctness, Immutability, and Test Design</a:t>
            </a:r>
            <a:endParaRPr lang="en-US" sz="1900" dirty="0"/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Case Study with WAL High-Reliability Integration Testing</a:t>
            </a:r>
            <a:endParaRPr lang="en-US" sz="19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C643CAA-6F13-02B7-16DE-570FF8C89CFE}"/>
              </a:ext>
            </a:extLst>
          </p:cNvPr>
          <p:cNvSpPr/>
          <p:nvPr/>
        </p:nvSpPr>
        <p:spPr>
          <a:xfrm>
            <a:off x="6350198" y="4704248"/>
            <a:ext cx="7922181" cy="116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it-IT" altLang="zh-TW" sz="1400" dirty="0">
                <a:latin typeface="Source Sans 3" panose="020B0303030403020204" pitchFamily="34" charset="0"/>
              </a:rPr>
              <a:t>Software Testing in the AI Era</a:t>
            </a:r>
            <a:br>
              <a:rPr lang="en-US" sz="1350" dirty="0">
                <a:solidFill>
                  <a:srgbClr val="3D3838"/>
                </a:solidFill>
                <a:latin typeface="Source Sans 3" panose="020B0303030403020204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altLang="zh-TW" sz="1200" dirty="0">
                <a:solidFill>
                  <a:srgbClr val="3D3838"/>
                </a:solidFill>
                <a:latin typeface="Source Sans 3" panose="020B0303030403020204" pitchFamily="34" charset="0"/>
                <a:ea typeface="Source Sans 3" pitchFamily="34" charset="-122"/>
                <a:cs typeface="Source Sans 3" pitchFamily="34" charset="-120"/>
              </a:rPr>
              <a:t>Why Test WAL and Snapshot?</a:t>
            </a:r>
          </a:p>
          <a:p>
            <a:pPr>
              <a:lnSpc>
                <a:spcPct val="150000"/>
              </a:lnSpc>
            </a:pPr>
            <a:r>
              <a:rPr lang="en-US" altLang="zh-TW" sz="1200" dirty="0">
                <a:latin typeface="Source Sans 3" panose="020B0303030403020204" pitchFamily="34" charset="0"/>
              </a:rPr>
              <a:t>Test Scenario Design &amp; Code Implementation</a:t>
            </a:r>
          </a:p>
          <a:p>
            <a:pPr>
              <a:lnSpc>
                <a:spcPct val="150000"/>
              </a:lnSpc>
            </a:pPr>
            <a:endParaRPr lang="en-US" sz="1350" dirty="0">
              <a:latin typeface="Source Sans 3" panose="020B03030304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7310" y="1104606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Competencies for Engineers in the AI Era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097310" y="1466913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7310" y="1829220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Scenario Design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7310" y="2191527"/>
            <a:ext cx="7922181" cy="44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Ability to design for correctness and immutability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 for Determinism &amp; Immutability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7310" y="2852999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Design Capability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7310" y="3215306"/>
            <a:ext cx="7922181" cy="44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High-quality verification and test design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Design &amp; Verification Capability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7310" y="3801207"/>
            <a:ext cx="7922181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97310" y="4087944"/>
            <a:ext cx="7922181" cy="39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Source Sans 3" panose="020B0303030403020204" pitchFamily="34" charset="0"/>
              </a:rPr>
              <a:t>Test Automation Ecosystem</a:t>
            </a:r>
            <a:endParaRPr lang="en-US" sz="1350" dirty="0">
              <a:latin typeface="Source Sans 3" panose="020B0303030403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7310" y="4561337"/>
            <a:ext cx="3748207" cy="24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Concurrency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Testing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TW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Resilience Testing</a:t>
            </a:r>
            <a:endParaRPr lang="en-US" sz="13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3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Disaster Recovery (DR) Testing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37" y="2191527"/>
            <a:ext cx="4623326" cy="462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545938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4932" y="1346779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Test WAL and Snapshot?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124932" y="1736471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24932" y="2126162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Testing Objectives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24932" y="2515854"/>
            <a:ext cx="7866936" cy="47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RPO = 0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RTO &lt; Seconds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4932" y="3143578"/>
            <a:ext cx="7866936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4932" y="3654594"/>
            <a:ext cx="2962751" cy="238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Scope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4932" y="4013924"/>
            <a:ext cx="2962751" cy="95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InstrumentProcessor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OrderBook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InstrumentWal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InstrumentSnapshot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17" y="2245165"/>
            <a:ext cx="3868353" cy="3998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803" y="857810"/>
            <a:ext cx="765119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Scenario Design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6232803" y="1363111"/>
            <a:ext cx="765119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900982" y="2075700"/>
            <a:ext cx="22860" cy="514862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6055638" y="2304181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6672501" y="2075700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7129463" y="3525644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6672501" y="3297163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6055638" y="4599468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6672501" y="4370987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7129463" y="5673412"/>
            <a:ext cx="639723" cy="22860"/>
          </a:xfrm>
          <a:prstGeom prst="roundRect">
            <a:avLst>
              <a:gd name="adj" fmla="val 139936"/>
            </a:avLst>
          </a:prstGeom>
          <a:solidFill>
            <a:srgbClr val="D8D4D4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6672501" y="5444931"/>
            <a:ext cx="479822" cy="47982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8119824" y="2034148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1: Normal Operation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119824" y="2497896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 1000 orders to trigger Snapshot, then write 2 WAL orders covering buy/sell and boundary values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19824" y="3140595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2: System Crash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119824" y="3604344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 forced shutdown() to test recovery capability from abnormal termination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19824" y="4247043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3: System Recovery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119824" y="4710792"/>
            <a:ext cx="5771674" cy="4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Processor init() initialization, load Snapshot first then replay WAL to fully recover state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19824" y="5353491"/>
            <a:ext cx="577167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 4: Verification Results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119824" y="5817239"/>
            <a:ext cx="5771674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Verify 1002 order states, idempotency, and correctness of new business matching</a:t>
            </a:r>
            <a:endParaRPr lang="en-US" sz="1300" dirty="0"/>
          </a:p>
        </p:txBody>
      </p:sp>
      <p:pic>
        <p:nvPicPr>
          <p:cNvPr id="23" name="圖片 2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902724D-8C23-01B1-C00F-82B73D72C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43" y="1735340"/>
            <a:ext cx="4317942" cy="4691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3198495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Idempotency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350198" y="3790712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processing of WAL Log should keep system state unchanged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367129" y="3198495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Liveness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367129" y="3790712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can normally process new orders after recovery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50198" y="488287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80805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Completeness Checklist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350198" y="2550676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Persistence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142893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order data completely saved to WAL and Snapshot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50198" y="395739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Disaster Recovery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4549616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can quickly recover to latest consistent state after crash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50198" y="5364123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Numerical Precision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0198" y="5956340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High-precision floating-point operations and boundary value handling are correct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67129" y="2550676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Idempotency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67129" y="3142893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processing of same WAL Log does not change system state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67129" y="395739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Matching Logic Continuity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67129" y="4549616"/>
            <a:ext cx="340709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orders can correctly match with historical orders after recovery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279</Words>
  <Application>Microsoft Office PowerPoint</Application>
  <PresentationFormat>自訂</PresentationFormat>
  <Paragraphs>57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Source Sans 3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 Lilin</dc:creator>
  <cp:lastModifiedBy>Li Lilin</cp:lastModifiedBy>
  <cp:revision>2</cp:revision>
  <dcterms:created xsi:type="dcterms:W3CDTF">2026-01-30T13:52:47Z</dcterms:created>
  <dcterms:modified xsi:type="dcterms:W3CDTF">2026-01-30T20:22:19Z</dcterms:modified>
</cp:coreProperties>
</file>