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Source Sans 3" panose="020B0303030403020204" pitchFamily="34" charset="0"/>
      <p:regular r:id="rId9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26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 Lilin" userId="095e0f59106abb25" providerId="LiveId" clId="{81DAE517-5DE2-4AF3-8700-E5A6C1516CC2}"/>
    <pc:docChg chg="undo custSel modSld">
      <pc:chgData name="Li Lilin" userId="095e0f59106abb25" providerId="LiveId" clId="{81DAE517-5DE2-4AF3-8700-E5A6C1516CC2}" dt="2026-01-30T14:01:43.255" v="151" actId="20577"/>
      <pc:docMkLst>
        <pc:docMk/>
      </pc:docMkLst>
      <pc:sldChg chg="addSp delSp modSp mod">
        <pc:chgData name="Li Lilin" userId="095e0f59106abb25" providerId="LiveId" clId="{81DAE517-5DE2-4AF3-8700-E5A6C1516CC2}" dt="2026-01-30T14:01:10.564" v="148" actId="1035"/>
        <pc:sldMkLst>
          <pc:docMk/>
          <pc:sldMk cId="0" sldId="257"/>
        </pc:sldMkLst>
        <pc:spChg chg="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3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4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6" creationId="{00000000-0000-0000-0000-000000000000}"/>
          </ac:spMkLst>
        </pc:spChg>
        <pc:spChg chg="add del 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7" creationId="{00000000-0000-0000-0000-000000000000}"/>
          </ac:spMkLst>
        </pc:spChg>
        <pc:spChg chg="add del 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8" creationId="{00000000-0000-0000-0000-000000000000}"/>
          </ac:spMkLst>
        </pc:spChg>
        <pc:spChg chg="add del 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11" creationId="{00000000-0000-0000-0000-000000000000}"/>
          </ac:spMkLst>
        </pc:spChg>
        <pc:picChg chg="mod">
          <ac:chgData name="Li Lilin" userId="095e0f59106abb25" providerId="LiveId" clId="{81DAE517-5DE2-4AF3-8700-E5A6C1516CC2}" dt="2026-01-30T14:01:10.564" v="148" actId="1035"/>
          <ac:picMkLst>
            <pc:docMk/>
            <pc:sldMk cId="0" sldId="257"/>
            <ac:picMk id="12" creationId="{00000000-0000-0000-0000-000000000000}"/>
          </ac:picMkLst>
        </pc:picChg>
      </pc:sldChg>
      <pc:sldChg chg="modSp mod">
        <pc:chgData name="Li Lilin" userId="095e0f59106abb25" providerId="LiveId" clId="{81DAE517-5DE2-4AF3-8700-E5A6C1516CC2}" dt="2026-01-30T14:01:02.988" v="129" actId="1035"/>
        <pc:sldMkLst>
          <pc:docMk/>
          <pc:sldMk cId="0" sldId="258"/>
        </pc:sldMkLst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3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4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5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6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7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8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9" creationId="{00000000-0000-0000-0000-000000000000}"/>
          </ac:spMkLst>
        </pc:spChg>
        <pc:picChg chg="mod">
          <ac:chgData name="Li Lilin" userId="095e0f59106abb25" providerId="LiveId" clId="{81DAE517-5DE2-4AF3-8700-E5A6C1516CC2}" dt="2026-01-30T14:01:02.988" v="129" actId="1035"/>
          <ac:picMkLst>
            <pc:docMk/>
            <pc:sldMk cId="0" sldId="258"/>
            <ac:picMk id="10" creationId="{00000000-0000-0000-0000-000000000000}"/>
          </ac:picMkLst>
        </pc:picChg>
      </pc:sldChg>
      <pc:sldChg chg="modSp mod">
        <pc:chgData name="Li Lilin" userId="095e0f59106abb25" providerId="LiveId" clId="{81DAE517-5DE2-4AF3-8700-E5A6C1516CC2}" dt="2026-01-30T14:01:43.255" v="151" actId="20577"/>
        <pc:sldMkLst>
          <pc:docMk/>
          <pc:sldMk cId="0" sldId="259"/>
        </pc:sldMkLst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7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43.255" v="151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40.555" v="150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644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3744635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Correctness, Immutability, and Test Design</a:t>
            </a:r>
            <a:endParaRPr lang="en-US" sz="1900" dirty="0"/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Case Study with WAL High-Reliability Integration Testing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7310" y="1104606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Competencies for Engineers in the AI Era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097310" y="1466913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97310" y="1829220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 Scenario Design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97310" y="2191527"/>
            <a:ext cx="7922181" cy="44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Ability to design for correctness and immutability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Engineering for Determinism &amp; Immutability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97310" y="2852999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Design Capability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97310" y="3215306"/>
            <a:ext cx="7922181" cy="44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High-quality verification and test design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Design &amp; Verification Capability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97310" y="3801207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97310" y="4087945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Including: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97310" y="4561337"/>
            <a:ext cx="3748207" cy="1341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Integration Testing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Concurrency Testing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Testing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 Testing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Disaster Recovery (DR) Testing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Resilience Testing</a:t>
            </a:r>
            <a:endParaRPr lang="en-US" sz="13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089" y="4561337"/>
            <a:ext cx="2406968" cy="24069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5459388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4932" y="1346779"/>
            <a:ext cx="7866936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Test WAL and Snapshot?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124932" y="1736471"/>
            <a:ext cx="7866936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24932" y="2126162"/>
            <a:ext cx="7866936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Testing Objectives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24932" y="2515854"/>
            <a:ext cx="7866936" cy="47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RPO = 0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RTO &lt; Seconds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4932" y="3143578"/>
            <a:ext cx="7866936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4932" y="3654594"/>
            <a:ext cx="2962751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Scope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24932" y="4013924"/>
            <a:ext cx="2962751" cy="952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InstrumentProcessor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OrderBook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InstrumentWal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InstrumentSnapshot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067" y="3621589"/>
            <a:ext cx="2694060" cy="27844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2803" y="857810"/>
            <a:ext cx="765119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Scenario Design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6232803" y="1363111"/>
            <a:ext cx="765119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900982" y="2075700"/>
            <a:ext cx="22860" cy="5148620"/>
          </a:xfrm>
          <a:prstGeom prst="roundRect">
            <a:avLst>
              <a:gd name="adj" fmla="val 139936"/>
            </a:avLst>
          </a:prstGeom>
          <a:solidFill>
            <a:srgbClr val="D8D4D4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6055638" y="2304181"/>
            <a:ext cx="639723" cy="22860"/>
          </a:xfrm>
          <a:prstGeom prst="roundRect">
            <a:avLst>
              <a:gd name="adj" fmla="val 139936"/>
            </a:avLst>
          </a:prstGeom>
          <a:solidFill>
            <a:srgbClr val="D8D4D4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6672501" y="2075700"/>
            <a:ext cx="479822" cy="47982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7129463" y="3525644"/>
            <a:ext cx="639723" cy="22860"/>
          </a:xfrm>
          <a:prstGeom prst="roundRect">
            <a:avLst>
              <a:gd name="adj" fmla="val 139936"/>
            </a:avLst>
          </a:prstGeom>
          <a:solidFill>
            <a:srgbClr val="D8D4D4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6672501" y="3297163"/>
            <a:ext cx="479822" cy="47982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6055638" y="4599468"/>
            <a:ext cx="639723" cy="22860"/>
          </a:xfrm>
          <a:prstGeom prst="roundRect">
            <a:avLst>
              <a:gd name="adj" fmla="val 139936"/>
            </a:avLst>
          </a:prstGeom>
          <a:solidFill>
            <a:srgbClr val="D8D4D4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6672501" y="4370987"/>
            <a:ext cx="479822" cy="47982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7129463" y="5673412"/>
            <a:ext cx="639723" cy="22860"/>
          </a:xfrm>
          <a:prstGeom prst="roundRect">
            <a:avLst>
              <a:gd name="adj" fmla="val 139936"/>
            </a:avLst>
          </a:prstGeom>
          <a:solidFill>
            <a:srgbClr val="D8D4D4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13" name="Shape 10"/>
          <p:cNvSpPr/>
          <p:nvPr/>
        </p:nvSpPr>
        <p:spPr>
          <a:xfrm>
            <a:off x="6672501" y="5444931"/>
            <a:ext cx="479822" cy="47982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8119824" y="2034148"/>
            <a:ext cx="577167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 1: Normal Operation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119824" y="2497896"/>
            <a:ext cx="5771674" cy="47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Write 1000 orders to trigger Snapshot, then write 2 WAL orders covering buy/sell and boundary values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19824" y="3140595"/>
            <a:ext cx="577167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 2: System Crash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119824" y="3604344"/>
            <a:ext cx="5771674" cy="47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Simulate forced shutdown() to test recovery capability from abnormal termination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19824" y="4247043"/>
            <a:ext cx="577167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 3: System Recovery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119824" y="4710792"/>
            <a:ext cx="5771674" cy="47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Processor init() initialization, load Snapshot first then replay WAL to fully recover state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19824" y="5353491"/>
            <a:ext cx="577167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 4: Verification Results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8119824" y="5817239"/>
            <a:ext cx="5771674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Verify 1002 order states, idempotency, and correctness of new business matching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3198495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Idempotency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350198" y="3790712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Repeated processing of WAL Log should keep system state unchanged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367129" y="3198495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Liveness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367129" y="3790712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can normally process new orders after recovery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350198" y="4882872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680805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Completeness Checklist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350198" y="2550676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Persistence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3142893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order data completely saved to WAL and Snapshot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50198" y="3957399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Disaster Recovery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198" y="4549616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can quickly recover to latest consistent state after crash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350198" y="5364123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Numerical Precision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50198" y="5956340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High-precision floating-point operations and boundary value handling are correct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367129" y="2550676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Idempotency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367129" y="3142893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Repeated processing of same WAL Log does not change system state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367129" y="3957399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Matching Logic Continuity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367129" y="4549616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orders can correctly match with historical orders after recovery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259</Words>
  <Application>Microsoft Office PowerPoint</Application>
  <PresentationFormat>自訂</PresentationFormat>
  <Paragraphs>55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9" baseType="lpstr">
      <vt:lpstr>Source Sans 3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 Lilin</dc:creator>
  <cp:lastModifiedBy>Li Lilin</cp:lastModifiedBy>
  <cp:revision>2</cp:revision>
  <dcterms:created xsi:type="dcterms:W3CDTF">2026-01-30T13:52:47Z</dcterms:created>
  <dcterms:modified xsi:type="dcterms:W3CDTF">2026-01-30T14:01:48Z</dcterms:modified>
</cp:coreProperties>
</file>